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QuantumLogic Chip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Revolutionary Computing for America’s Future</a:t>
            </a:r>
          </a:p>
          <a:p>
            <a:pPr lvl="0" indent="0" marL="0">
              <a:buNone/>
            </a:pPr>
            <a:r>
              <a:rPr b="1"/>
              <a:t>By: Alex Costa Souza</a:t>
            </a:r>
            <a:br/>
            <a:r>
              <a:rPr/>
              <a:t>Quantum Computing Innovation Expert</a:t>
            </a:r>
            <a:br/>
            <a:r>
              <a:rPr/>
              <a:t>Production-Ready Quantum Algorithms for National Advantage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Quantum Revolution is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vs Quantum Computing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Computers</a:t>
            </a:r>
          </a:p>
          <a:p>
            <a:pPr lvl="0"/>
            <a:r>
              <a:rPr/>
              <a:t>Check solutions one by one</a:t>
            </a:r>
          </a:p>
          <a:p>
            <a:pPr lvl="0"/>
            <a:r>
              <a:rPr/>
              <a:t>Limited by physical laws</a:t>
            </a:r>
          </a:p>
          <a:p>
            <a:pPr lvl="0"/>
            <a:r>
              <a:rPr/>
              <a:t>Millions of years for complex problems</a:t>
            </a:r>
          </a:p>
          <a:p>
            <a:pPr lvl="0"/>
            <a:r>
              <a:rPr/>
              <a:t>Vulnerable to quantum attacks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Quantum Computers</a:t>
            </a:r>
          </a:p>
          <a:p>
            <a:pPr lvl="0"/>
            <a:r>
              <a:rPr/>
              <a:t>Check millions simultaneously</a:t>
            </a:r>
          </a:p>
          <a:p>
            <a:pPr lvl="0"/>
            <a:r>
              <a:rPr/>
              <a:t>Exploit quantum mechanics</a:t>
            </a:r>
          </a:p>
          <a:p>
            <a:pPr lvl="0"/>
            <a:r>
              <a:rPr/>
              <a:t>Minutes for impossible problems</a:t>
            </a:r>
          </a:p>
          <a:p>
            <a:pPr lvl="0"/>
            <a:r>
              <a:rPr/>
              <a:t>Break all current encryption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Quantum advantage is measurable TODAY</a:t>
            </a:r>
            <a:br/>
            <a:r>
              <a:rPr b="1"/>
              <a:t>Grover’s Algorithm:</a:t>
            </a:r>
            <a:r>
              <a:rPr/>
              <a:t> √N speedup for database search</a:t>
            </a:r>
            <a:br/>
            <a:r>
              <a:rPr b="1"/>
              <a:t>1 Million Records:</a:t>
            </a:r>
            <a:r>
              <a:rPr/>
              <a:t> 500,000 steps → 1,000 steps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America’s Quantum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Global Quantum Race</a:t>
            </a:r>
          </a:p>
          <a:p>
            <a:pPr lvl="0"/>
            <a:r>
              <a:rPr b="1"/>
              <a:t>China:</a:t>
            </a:r>
            <a:r>
              <a:rPr/>
              <a:t> $25 billion quantum investment</a:t>
            </a:r>
          </a:p>
          <a:p>
            <a:pPr lvl="0"/>
            <a:r>
              <a:rPr b="1"/>
              <a:t>Europe:</a:t>
            </a:r>
            <a:r>
              <a:rPr/>
              <a:t> €1 billion quantum flagship program</a:t>
            </a:r>
          </a:p>
          <a:p>
            <a:pPr lvl="0"/>
            <a:r>
              <a:rPr b="1"/>
              <a:t>Winner takes all:</a:t>
            </a:r>
            <a:r>
              <a:rPr/>
              <a:t> Quantum supremacy = global dominance</a:t>
            </a:r>
          </a:p>
          <a:p>
            <a:pPr lvl="0"/>
            <a:r>
              <a:rPr b="1"/>
              <a:t>Timeline:</a:t>
            </a:r>
            <a:r>
              <a:rPr/>
              <a:t> Critical advantage window closing fast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Strategic Advantages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National Security</a:t>
            </a:r>
          </a:p>
          <a:p>
            <a:pPr lvl="0"/>
            <a:r>
              <a:rPr/>
              <a:t>Unbreakable military communications</a:t>
            </a:r>
          </a:p>
          <a:p>
            <a:pPr lvl="0"/>
            <a:r>
              <a:rPr/>
              <a:t>Superior intelligence capabilities</a:t>
            </a:r>
          </a:p>
          <a:p>
            <a:pPr lvl="0"/>
            <a:r>
              <a:rPr/>
              <a:t>Protection from quantum attacks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Economic Leadership</a:t>
            </a:r>
          </a:p>
          <a:p>
            <a:pPr lvl="0"/>
            <a:r>
              <a:rPr/>
              <a:t>$850 billion market by 2040</a:t>
            </a:r>
          </a:p>
          <a:p>
            <a:pPr lvl="0"/>
            <a:r>
              <a:rPr/>
              <a:t>Millions of high-tech jobs</a:t>
            </a:r>
          </a:p>
          <a:p>
            <a:pPr lvl="0"/>
            <a:r>
              <a:rPr/>
              <a:t>Technology export dominance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Scientific Advantage</a:t>
            </a:r>
          </a:p>
          <a:p>
            <a:pPr lvl="0"/>
            <a:r>
              <a:rPr/>
              <a:t>Accelerated drug discovery</a:t>
            </a:r>
          </a:p>
          <a:p>
            <a:pPr lvl="0"/>
            <a:r>
              <a:rPr/>
              <a:t>Climate solution optimization</a:t>
            </a:r>
          </a:p>
          <a:p>
            <a:pPr lvl="0"/>
            <a:r>
              <a:rPr/>
              <a:t>Advanced materials research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QuantumLogic Chip Technology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Quantum Algorithms Working TODAY</a:t>
            </a:r>
          </a:p>
          <a:p>
            <a:pPr lvl="0" indent="0" marL="0">
              <a:buNone/>
            </a:pPr>
            <a:r>
              <a:rPr i="1"/>
              <a:t>Not theoretical research - deployable technology with measurable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Technologies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Grover’s Search Algorithm</a:t>
            </a:r>
          </a:p>
          <a:p>
            <a:pPr lvl="0"/>
            <a:r>
              <a:rPr b="1"/>
              <a:t>Quadratic speedup</a:t>
            </a:r>
            <a:r>
              <a:rPr/>
              <a:t> for database search</a:t>
            </a:r>
          </a:p>
          <a:p>
            <a:pPr lvl="0"/>
            <a:r>
              <a:rPr b="1"/>
              <a:t>Intelligence analysis</a:t>
            </a:r>
            <a:r>
              <a:rPr/>
              <a:t> acceleration</a:t>
            </a:r>
          </a:p>
          <a:p>
            <a:pPr lvl="0"/>
            <a:r>
              <a:rPr b="1"/>
              <a:t>Financial fraud detection</a:t>
            </a:r>
          </a:p>
          <a:p>
            <a:pPr lvl="0"/>
            <a:r>
              <a:rPr b="1"/>
              <a:t>Medical database search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Amplitude Estimation</a:t>
            </a:r>
          </a:p>
          <a:p>
            <a:pPr lvl="0"/>
            <a:r>
              <a:rPr b="1"/>
              <a:t>Quantum-enhanced</a:t>
            </a:r>
            <a:r>
              <a:rPr/>
              <a:t> probability calculations</a:t>
            </a:r>
          </a:p>
          <a:p>
            <a:pPr lvl="0"/>
            <a:r>
              <a:rPr b="1"/>
              <a:t>Risk analysis</a:t>
            </a:r>
            <a:r>
              <a:rPr/>
              <a:t> with unprecedented accuracy</a:t>
            </a:r>
          </a:p>
          <a:p>
            <a:pPr lvl="0"/>
            <a:r>
              <a:rPr b="1"/>
              <a:t>Monte Carlo</a:t>
            </a:r>
            <a:r>
              <a:rPr/>
              <a:t> method optimization</a:t>
            </a:r>
          </a:p>
          <a:p>
            <a:pPr lvl="0"/>
            <a:r>
              <a:rPr b="1"/>
              <a:t>Financial modeling</a:t>
            </a:r>
            <a:r>
              <a:rPr/>
              <a:t> improvements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Post-Quantum Cryptography</a:t>
            </a:r>
          </a:p>
          <a:p>
            <a:pPr lvl="0"/>
            <a:r>
              <a:rPr b="1"/>
              <a:t>ML-KEM encryption</a:t>
            </a:r>
            <a:r>
              <a:rPr/>
              <a:t> (NIST standard)</a:t>
            </a:r>
          </a:p>
          <a:p>
            <a:pPr lvl="0"/>
            <a:r>
              <a:rPr b="1"/>
              <a:t>Quantum-resistant</a:t>
            </a:r>
            <a:r>
              <a:rPr/>
              <a:t> security</a:t>
            </a:r>
          </a:p>
          <a:p>
            <a:pPr lvl="0"/>
            <a:r>
              <a:rPr b="1"/>
              <a:t>Government-grade</a:t>
            </a:r>
            <a:r>
              <a:rPr/>
              <a:t> protection</a:t>
            </a:r>
          </a:p>
          <a:p>
            <a:pPr lvl="0"/>
            <a:r>
              <a:rPr b="1"/>
              <a:t>Future-proof</a:t>
            </a:r>
            <a:r>
              <a:rPr/>
              <a:t> communications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 Features</a:t>
            </a:r>
          </a:p>
          <a:p>
            <a:pPr lvl="0"/>
            <a:r>
              <a:rPr b="1"/>
              <a:t>Real-time monitoring</a:t>
            </a:r>
            <a:r>
              <a:rPr/>
              <a:t> and analytics</a:t>
            </a:r>
          </a:p>
          <a:p>
            <a:pPr lvl="0"/>
            <a:r>
              <a:rPr b="1"/>
              <a:t>Professional web interface</a:t>
            </a:r>
          </a:p>
          <a:p>
            <a:pPr lvl="0"/>
            <a:r>
              <a:rPr b="1"/>
              <a:t>API-first architecture</a:t>
            </a:r>
          </a:p>
          <a:p>
            <a:pPr lvl="0"/>
            <a:r>
              <a:rPr b="1"/>
              <a:t>Docker deployment</a:t>
            </a:r>
            <a:r>
              <a:rPr/>
              <a:t> ready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Enterprise-Grade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Platform Stack</a:t>
            </a:r>
          </a:p>
          <a:p>
            <a:pPr lvl="0" indent="0">
              <a:buNone/>
            </a:pPr>
            <a:r>
              <a:rPr>
                <a:latin typeface="Courier"/>
              </a:rPr>
              <a:t>📊 Streamlit Dashboard    → Professional UI with real-time analytics
🔌 FastAPI Backend       → Production-grade API with monitoring
⚛️  Quantum Algorithms   → Grover's search + Amplitude estimation
🔒 Post-Quantum Crypto   → ML-KEM encryption implementation
📈 Monitoring Stack      → Performance metrics and health checks
🐳 Docker Deployment     → One-command deployment system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Professional Interface</a:t>
            </a:r>
          </a:p>
          <a:p>
            <a:pPr lvl="0"/>
            <a:r>
              <a:rPr/>
              <a:t>Interactive dashboard with real-time charts</a:t>
            </a:r>
          </a:p>
          <a:p>
            <a:pPr lvl="0"/>
            <a:r>
              <a:rPr/>
              <a:t>Professional branding and logo integration</a:t>
            </a:r>
          </a:p>
          <a:p>
            <a:pPr lvl="0"/>
            <a:r>
              <a:rPr/>
              <a:t>Responsive design for all devices</a:t>
            </a:r>
          </a:p>
          <a:p>
            <a:pPr lvl="0"/>
            <a:r>
              <a:rPr/>
              <a:t>User-friendly algorithm configuration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 Engineering</a:t>
            </a:r>
          </a:p>
          <a:p>
            <a:pPr lvl="0"/>
            <a:r>
              <a:rPr/>
              <a:t>Comprehensive API documentation</a:t>
            </a:r>
          </a:p>
          <a:p>
            <a:pPr lvl="0"/>
            <a:r>
              <a:rPr/>
              <a:t>Real-time performance monitoring</a:t>
            </a:r>
          </a:p>
          <a:p>
            <a:pPr lvl="0"/>
            <a:r>
              <a:rPr/>
              <a:t>Error handling and recovery</a:t>
            </a:r>
          </a:p>
          <a:p>
            <a:pPr lvl="0"/>
            <a:r>
              <a:rPr/>
              <a:t>Automated testing and validation</a:t>
            </a:r>
          </a:p>
          <a:p>
            <a:pPr lvl="0" indent="0" marL="0">
              <a:buNone/>
            </a:pPr>
            <a:r>
              <a:rPr b="1"/>
              <a:t>Deployment Ready:</a:t>
            </a:r>
            <a:r>
              <a:rPr/>
              <a:t> </a:t>
            </a:r>
            <a:r>
              <a:rPr>
                <a:latin typeface="Courier"/>
              </a:rPr>
              <a:t>docker compose up --build</a:t>
            </a:r>
            <a:br/>
            <a:r>
              <a:rPr i="1"/>
              <a:t>Complete quantum computing platform running in 2 minutes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Measurable Quantum Advantages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/>
                <a:gridCol w="1536700"/>
                <a:gridCol w="1257300"/>
                <a:gridCol w="1257300"/>
                <a:gridCol w="2654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Real-World 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Database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O(√N)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Quadratic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 records: 500K → 1K steps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Amplitude Estimation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O(1/ε)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O(1/ε)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Constant factor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improvement + confidence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Encryption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Quantum-resistant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∞ (Security)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Unbreakable by quantum computers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Search Performance</a:t>
            </a:r>
          </a:p>
          <a:p>
            <a:pPr lvl="0"/>
            <a:r>
              <a:rPr b="1"/>
              <a:t>Test:</a:t>
            </a:r>
            <a:r>
              <a:rPr/>
              <a:t> 8-qubit search space</a:t>
            </a:r>
          </a:p>
          <a:p>
            <a:pPr lvl="0"/>
            <a:r>
              <a:rPr b="1"/>
              <a:t>Classical:</a:t>
            </a:r>
            <a:r>
              <a:rPr/>
              <a:t> 128 average steps</a:t>
            </a:r>
          </a:p>
          <a:p>
            <a:pPr lvl="0"/>
            <a:r>
              <a:rPr b="1"/>
              <a:t>Quantum:</a:t>
            </a:r>
            <a:r>
              <a:rPr/>
              <a:t> 8 average steps</a:t>
            </a:r>
          </a:p>
          <a:p>
            <a:pPr lvl="0"/>
            <a:r>
              <a:rPr b="1"/>
              <a:t>Speedup:</a:t>
            </a:r>
            <a:r>
              <a:rPr/>
              <a:t> 16x faster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Estimation Accuracy</a:t>
            </a:r>
          </a:p>
          <a:p>
            <a:pPr lvl="0"/>
            <a:r>
              <a:rPr b="1"/>
              <a:t>Shots:</a:t>
            </a:r>
            <a:r>
              <a:rPr/>
              <a:t> 2000 measurements</a:t>
            </a:r>
          </a:p>
          <a:p>
            <a:pPr lvl="0"/>
            <a:r>
              <a:rPr b="1"/>
              <a:t>Precision:</a:t>
            </a:r>
            <a:r>
              <a:rPr/>
              <a:t> ±0.02 error bounds</a:t>
            </a:r>
          </a:p>
          <a:p>
            <a:pPr lvl="0"/>
            <a:r>
              <a:rPr b="1"/>
              <a:t>Confidence:</a:t>
            </a:r>
            <a:r>
              <a:rPr/>
              <a:t> 95% statistical</a:t>
            </a:r>
          </a:p>
          <a:p>
            <a:pPr lvl="0"/>
            <a:r>
              <a:rPr b="1"/>
              <a:t>Performance:</a:t>
            </a:r>
            <a:r>
              <a:rPr/>
              <a:t> Sub-second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Level</a:t>
            </a:r>
          </a:p>
          <a:p>
            <a:pPr lvl="0"/>
            <a:r>
              <a:rPr b="1"/>
              <a:t>Algorithm:</a:t>
            </a:r>
            <a:r>
              <a:rPr/>
              <a:t> ML-KEM (NIST)</a:t>
            </a:r>
          </a:p>
          <a:p>
            <a:pPr lvl="0"/>
            <a:r>
              <a:rPr b="1"/>
              <a:t>Key Size:</a:t>
            </a:r>
            <a:r>
              <a:rPr/>
              <a:t> 768/1024/1568 bits</a:t>
            </a:r>
          </a:p>
          <a:p>
            <a:pPr lvl="0"/>
            <a:r>
              <a:rPr b="1"/>
              <a:t>Quantum Safe:</a:t>
            </a:r>
            <a:r>
              <a:rPr/>
              <a:t> ✅ Verified</a:t>
            </a:r>
          </a:p>
          <a:p>
            <a:pPr lvl="0"/>
            <a:r>
              <a:rPr b="1"/>
              <a:t>Standard:</a:t>
            </a:r>
            <a:r>
              <a:rPr/>
              <a:t> FIPS approved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Trillion-Dollar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 Growth</a:t>
            </a:r>
          </a:p>
          <a:p>
            <a:pPr lvl="0"/>
            <a:r>
              <a:rPr b="1"/>
              <a:t>2024:</a:t>
            </a:r>
            <a:r>
              <a:rPr/>
              <a:t> $1.3 billion global market</a:t>
            </a:r>
          </a:p>
          <a:p>
            <a:pPr lvl="0"/>
            <a:r>
              <a:rPr b="1"/>
              <a:t>2030:</a:t>
            </a:r>
            <a:r>
              <a:rPr/>
              <a:t> $12 billion projected</a:t>
            </a:r>
          </a:p>
          <a:p>
            <a:pPr lvl="0"/>
            <a:r>
              <a:rPr b="1"/>
              <a:t>2040:</a:t>
            </a:r>
            <a:r>
              <a:rPr/>
              <a:t> $850 billion potential</a:t>
            </a:r>
          </a:p>
          <a:p>
            <a:pPr lvl="0"/>
            <a:r>
              <a:rPr b="1"/>
              <a:t>Growth:</a:t>
            </a:r>
            <a:r>
              <a:rPr/>
              <a:t> 32% annual rate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Industry Applications</a:t>
            </a:r>
          </a:p>
          <a:p>
            <a:pPr lvl="0"/>
            <a:r>
              <a:rPr b="1"/>
              <a:t>Financial Services:</a:t>
            </a:r>
            <a:r>
              <a:rPr/>
              <a:t> Risk analysis, fraud detection</a:t>
            </a:r>
          </a:p>
          <a:p>
            <a:pPr lvl="0"/>
            <a:r>
              <a:rPr b="1"/>
              <a:t>Healthcare:</a:t>
            </a:r>
            <a:r>
              <a:rPr/>
              <a:t> Drug discovery, genetic analysis</a:t>
            </a:r>
          </a:p>
          <a:p>
            <a:pPr lvl="0"/>
            <a:r>
              <a:rPr b="1"/>
              <a:t>Defense:</a:t>
            </a:r>
            <a:r>
              <a:rPr/>
              <a:t> Cryptography, intelligence</a:t>
            </a:r>
          </a:p>
          <a:p>
            <a:pPr lvl="0"/>
            <a:r>
              <a:rPr b="1"/>
              <a:t>Energy:</a:t>
            </a:r>
            <a:r>
              <a:rPr/>
              <a:t> Optimization, climate modeling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American Competitive Advantage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First-Mover Benefits</a:t>
            </a:r>
          </a:p>
          <a:p>
            <a:pPr lvl="0"/>
            <a:r>
              <a:rPr/>
              <a:t>Production-ready technology TODAY</a:t>
            </a:r>
          </a:p>
          <a:p>
            <a:pPr lvl="0"/>
            <a:r>
              <a:rPr/>
              <a:t>Government contracts potential</a:t>
            </a:r>
          </a:p>
          <a:p>
            <a:pPr lvl="0"/>
            <a:r>
              <a:rPr/>
              <a:t>Enterprise licensing opportunities</a:t>
            </a:r>
          </a:p>
          <a:p>
            <a:pPr lvl="0"/>
            <a:r>
              <a:rPr/>
              <a:t>Cloud service deployment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Revenue Streams</a:t>
            </a:r>
          </a:p>
          <a:p>
            <a:pPr lvl="0"/>
            <a:r>
              <a:rPr b="1"/>
              <a:t>SaaS Platform:</a:t>
            </a:r>
            <a:r>
              <a:rPr/>
              <a:t> $10M+ annual potential</a:t>
            </a:r>
          </a:p>
          <a:p>
            <a:pPr lvl="0"/>
            <a:r>
              <a:rPr b="1"/>
              <a:t>Government Contracts:</a:t>
            </a:r>
            <a:r>
              <a:rPr/>
              <a:t> $50M+ opportunities</a:t>
            </a:r>
          </a:p>
          <a:p>
            <a:pPr lvl="0"/>
            <a:r>
              <a:rPr b="1"/>
              <a:t>Enterprise Licensing:</a:t>
            </a:r>
            <a:r>
              <a:rPr/>
              <a:t> $100M+ market</a:t>
            </a:r>
          </a:p>
          <a:p>
            <a:pPr lvl="0"/>
            <a:r>
              <a:rPr b="1"/>
              <a:t>Cloud Services:</a:t>
            </a:r>
            <a:r>
              <a:rPr/>
              <a:t> Scalable deployment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Interest Waiver Qualifications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Exceptional Ability in Quantum Computing</a:t>
            </a:r>
          </a:p>
          <a:p>
            <a:pPr lvl="0" indent="0" marL="0">
              <a:buNone/>
            </a:pPr>
            <a:r>
              <a:rPr i="1"/>
              <a:t>Demonstrated through production-ready quantum algorithms and post-quantum cryptography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Advanced Expertise</a:t>
            </a:r>
          </a:p>
          <a:p>
            <a:pPr lvl="0"/>
            <a:r>
              <a:rPr/>
              <a:t>Quantum algorithm implementation</a:t>
            </a:r>
          </a:p>
          <a:p>
            <a:pPr lvl="0"/>
            <a:r>
              <a:rPr/>
              <a:t>Post-quantum cryptography</a:t>
            </a:r>
          </a:p>
          <a:p>
            <a:pPr lvl="0"/>
            <a:r>
              <a:rPr/>
              <a:t>Production software engineering</a:t>
            </a:r>
          </a:p>
          <a:p>
            <a:pPr lvl="0"/>
            <a:r>
              <a:rPr/>
              <a:t>Real-time analytics systems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National Interest</a:t>
            </a:r>
          </a:p>
          <a:p>
            <a:pPr lvl="0"/>
            <a:r>
              <a:rPr/>
              <a:t>Quantum computing leadership</a:t>
            </a:r>
          </a:p>
          <a:p>
            <a:pPr lvl="0"/>
            <a:r>
              <a:rPr/>
              <a:t>National security enhancement</a:t>
            </a:r>
          </a:p>
          <a:p>
            <a:pPr lvl="0"/>
            <a:r>
              <a:rPr/>
              <a:t>Economic competitiveness</a:t>
            </a:r>
          </a:p>
          <a:p>
            <a:pPr lvl="0"/>
            <a:r>
              <a:rPr/>
              <a:t>Scientific advancement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Immediate Impact</a:t>
            </a:r>
          </a:p>
          <a:p>
            <a:pPr lvl="0"/>
            <a:r>
              <a:rPr/>
              <a:t>Deployable technology today</a:t>
            </a:r>
          </a:p>
          <a:p>
            <a:pPr lvl="0"/>
            <a:r>
              <a:rPr/>
              <a:t>Measurable quantum advantages</a:t>
            </a:r>
          </a:p>
          <a:p>
            <a:pPr lvl="0"/>
            <a:r>
              <a:rPr/>
              <a:t>Professional demonstration ready</a:t>
            </a:r>
          </a:p>
          <a:p>
            <a:pPr lvl="0"/>
            <a:r>
              <a:rPr/>
              <a:t>Industry-ready solutions</a:t>
            </a:r>
          </a:p>
          <a:p>
            <a:pPr lvl="0" indent="0" marL="0">
              <a:buNone/>
            </a:pPr>
            <a:r>
              <a:rPr b="1"/>
              <a:t>Unique Value Proposition:</a:t>
            </a:r>
            <a:br/>
            <a:r>
              <a:rPr i="1"/>
              <a:t>While others research quantum computing theory, I’ve built working quantum software that demonstrates America’s technological leadership TODAY.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Platform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See Quantum Computing in Action</a:t>
            </a:r>
          </a:p>
          <a:p>
            <a:pPr lvl="0" indent="0" marL="0">
              <a:buNone/>
            </a:pPr>
            <a:r>
              <a:rPr b="1"/>
              <a:t>Launch Live Demo Platform:</a:t>
            </a:r>
            <a:r>
              <a:rPr/>
              <a:t> http://localhost:8000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Interactive Features</a:t>
            </a:r>
          </a:p>
          <a:p>
            <a:pPr lvl="0"/>
            <a:r>
              <a:rPr b="1"/>
              <a:t>Quantum Search:</a:t>
            </a:r>
            <a:r>
              <a:rPr/>
              <a:t> Real-time Grover’s algorithm</a:t>
            </a:r>
          </a:p>
          <a:p>
            <a:pPr lvl="0"/>
            <a:r>
              <a:rPr b="1"/>
              <a:t>Risk Analysis:</a:t>
            </a:r>
            <a:r>
              <a:rPr/>
              <a:t> Amplitude estimation demo</a:t>
            </a:r>
          </a:p>
          <a:p>
            <a:pPr lvl="0"/>
            <a:r>
              <a:rPr b="1"/>
              <a:t>Encryption:</a:t>
            </a:r>
            <a:r>
              <a:rPr/>
              <a:t> Post-quantum cryptography</a:t>
            </a:r>
          </a:p>
          <a:p>
            <a:pPr lvl="0"/>
            <a:r>
              <a:rPr b="1"/>
              <a:t>Monitoring:</a:t>
            </a:r>
            <a:r>
              <a:rPr/>
              <a:t> Live performance metrics</a:t>
            </a:r>
          </a:p>
          <a:p>
            <a:pPr lvl="0"/>
            <a:r>
              <a:rPr b="1"/>
              <a:t>Visualization:</a:t>
            </a:r>
            <a:r>
              <a:rPr/>
              <a:t> Real-time quantum charts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Capabilities</a:t>
            </a:r>
          </a:p>
          <a:p>
            <a:pPr lvl="0"/>
            <a:r>
              <a:rPr b="1"/>
              <a:t>API Access:</a:t>
            </a:r>
            <a:r>
              <a:rPr/>
              <a:t> Complete REST endpoints</a:t>
            </a:r>
          </a:p>
          <a:p>
            <a:pPr lvl="0"/>
            <a:r>
              <a:rPr b="1"/>
              <a:t>Documentation:</a:t>
            </a:r>
            <a:r>
              <a:rPr/>
              <a:t> Professional API docs</a:t>
            </a:r>
          </a:p>
          <a:p>
            <a:pPr lvl="0"/>
            <a:r>
              <a:rPr b="1"/>
              <a:t>Health Checks:</a:t>
            </a:r>
            <a:r>
              <a:rPr/>
              <a:t> System status monitoring</a:t>
            </a:r>
          </a:p>
          <a:p>
            <a:pPr lvl="0"/>
            <a:r>
              <a:rPr b="1"/>
              <a:t>Performance:</a:t>
            </a:r>
            <a:r>
              <a:rPr/>
              <a:t> Real-time analytics</a:t>
            </a:r>
          </a:p>
          <a:p>
            <a:pPr lvl="0"/>
            <a:r>
              <a:rPr b="1"/>
              <a:t>Deployment:</a:t>
            </a:r>
            <a:r>
              <a:rPr/>
              <a:t> Docker containerization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One-Command Deployment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compose up </a:t>
            </a:r>
            <a:r>
              <a:rPr>
                <a:solidFill>
                  <a:srgbClr val="7D9029"/>
                </a:solidFill>
                <a:latin typeface="Courier"/>
              </a:rPr>
              <a:t>--build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Access Points</a:t>
            </a:r>
            <a:br/>
            <a:r>
              <a:rPr>
                <a:latin typeface="Courier"/>
              </a:rPr>
              <a:t>🌐 Landing Page:     http://localhost:8000</a:t>
            </a:r>
            <a:br/>
            <a:r>
              <a:rPr>
                <a:latin typeface="Courier"/>
              </a:rPr>
              <a:t>📊 Dashboard:        http://localhost:8503  </a:t>
            </a:r>
            <a:br/>
            <a:r>
              <a:rPr>
                <a:latin typeface="Courier"/>
              </a:rPr>
              <a:t>📖 API Docs:        http://localhost:8000/docs</a:t>
            </a:r>
            <a:br/>
            <a:r>
              <a:rPr>
                <a:latin typeface="Courier"/>
              </a:rPr>
              <a:t>❤️  Health Check:    http://localhost:8000/health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Securing America’s Quantum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Choice is Clear</a:t>
            </a:r>
          </a:p>
          <a:p>
            <a:pPr lvl="0" indent="0" marL="0">
              <a:buNone/>
            </a:pPr>
            <a:r>
              <a:rPr b="1"/>
              <a:t>America can lead the quantum revolution or watch competitors take control of the most transformative technology of our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 Bring to America</a:t>
            </a:r>
          </a:p>
          <a:p>
            <a:pPr lvl="0"/>
            <a:r>
              <a:rPr b="1"/>
              <a:t>Production-ready</a:t>
            </a:r>
            <a:r>
              <a:rPr/>
              <a:t> quantum technology</a:t>
            </a:r>
          </a:p>
          <a:p>
            <a:pPr lvl="0"/>
            <a:r>
              <a:rPr b="1"/>
              <a:t>Proven expertise</a:t>
            </a:r>
            <a:r>
              <a:rPr/>
              <a:t> in quantum algorithms</a:t>
            </a:r>
          </a:p>
          <a:p>
            <a:pPr lvl="0"/>
            <a:r>
              <a:rPr b="1"/>
              <a:t>National security</a:t>
            </a:r>
            <a:r>
              <a:rPr/>
              <a:t> enhancement capabilities</a:t>
            </a:r>
          </a:p>
          <a:p>
            <a:pPr lvl="0"/>
            <a:r>
              <a:rPr b="1"/>
              <a:t>Economic value</a:t>
            </a:r>
            <a:r>
              <a:rPr/>
              <a:t> creation potential</a:t>
            </a:r>
          </a:p>
          <a:p>
            <a:pPr lvl="0"/>
            <a:r>
              <a:rPr b="1"/>
              <a:t>Scientific advancement</a:t>
            </a:r>
            <a:r>
              <a:rPr/>
              <a:t> contributions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Immediate Next Steps</a:t>
            </a:r>
          </a:p>
          <a:p>
            <a:pPr lvl="0"/>
            <a:r>
              <a:rPr b="1"/>
              <a:t>Platform Demo:</a:t>
            </a:r>
            <a:r>
              <a:rPr/>
              <a:t> Experience working quantum algorithms</a:t>
            </a:r>
          </a:p>
          <a:p>
            <a:pPr lvl="0"/>
            <a:r>
              <a:rPr b="1"/>
              <a:t>Government Partnerships:</a:t>
            </a:r>
            <a:r>
              <a:rPr/>
              <a:t> National security applications</a:t>
            </a:r>
          </a:p>
          <a:p>
            <a:pPr lvl="0"/>
            <a:r>
              <a:rPr b="1"/>
              <a:t>Industry Collaboration:</a:t>
            </a:r>
            <a:r>
              <a:rPr/>
              <a:t> Commercial deployment</a:t>
            </a:r>
          </a:p>
          <a:p>
            <a:pPr lvl="0"/>
            <a:r>
              <a:rPr b="1"/>
              <a:t>Research Expansion:</a:t>
            </a:r>
            <a:r>
              <a:rPr/>
              <a:t> Advanced quantum development</a:t>
            </a:r>
          </a:p>
          <a:p>
            <a:pPr lvl="0"/>
            <a:r>
              <a:rPr b="1"/>
              <a:t>Team Building:</a:t>
            </a:r>
            <a:r>
              <a:rPr/>
              <a:t> American quantum talent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America’s Quantum Advantage Starts Here</a:t>
            </a:r>
          </a:p>
          <a:p>
            <a:pPr lvl="0" indent="0" marL="0">
              <a:buNone/>
            </a:pPr>
            <a:r>
              <a:rPr b="1"/>
              <a:t>QuantumLogic Chip Technology represents the intersection of exceptional ability, national interest, and immediate impact - exactly what America needs to maintain technological leadership in the quantum age.</a:t>
            </a:r>
          </a:p>
          <a:p>
            <a:pPr lvl="0" indent="0" marL="0">
              <a:buNone/>
            </a:pPr>
            <a:r>
              <a:rPr b="1"/>
              <a:t>🚀 Experience the Future of Computing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QuantumLogic Chip Technology</a:t>
            </a:r>
          </a:p>
          <a:p>
            <a:pPr lvl="0" indent="0" marL="0">
              <a:buNone/>
            </a:pPr>
            <a:r>
              <a:rPr b="1"/>
              <a:t>Alex Costa Souza</a:t>
            </a:r>
            <a:br/>
            <a:r>
              <a:rPr/>
              <a:t>Quantum Computing Innovation Expert</a:t>
            </a:r>
            <a:br/>
            <a:r>
              <a:rPr/>
              <a:t>Production-Ready Quantum Algorithms for America’s Future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Platform Access</a:t>
            </a:r>
          </a:p>
          <a:p>
            <a:pPr lvl="0"/>
            <a:r>
              <a:rPr b="1"/>
              <a:t>Live Demo:</a:t>
            </a:r>
            <a:r>
              <a:rPr/>
              <a:t> http://localhost:8000</a:t>
            </a:r>
          </a:p>
          <a:p>
            <a:pPr lvl="0"/>
            <a:r>
              <a:rPr b="1"/>
              <a:t>Interactive Dashboard:</a:t>
            </a:r>
            <a:r>
              <a:rPr/>
              <a:t> http://localhost:8503</a:t>
            </a:r>
          </a:p>
          <a:p>
            <a:pPr lvl="0"/>
            <a:r>
              <a:rPr b="1"/>
              <a:t>API Documentation:</a:t>
            </a:r>
            <a:r>
              <a:rPr/>
              <a:t> http://localhost:8000/docs</a:t>
            </a:r>
          </a:p>
          <a:p>
            <a:pPr lvl="0"/>
            <a:r>
              <a:rPr b="1"/>
              <a:t>GitHub Repository:</a:t>
            </a:r>
            <a:r>
              <a:rPr/>
              <a:t> quantumlogic-chip-tech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 b="1"/>
              <a:t>Technical Architecture:</a:t>
            </a:r>
            <a:r>
              <a:rPr/>
              <a:t> Complete system documentation</a:t>
            </a:r>
          </a:p>
          <a:p>
            <a:pPr lvl="0"/>
            <a:r>
              <a:rPr b="1"/>
              <a:t>Deployment Guide:</a:t>
            </a:r>
            <a:r>
              <a:rPr/>
              <a:t> Docker and local setup</a:t>
            </a:r>
          </a:p>
          <a:p>
            <a:pPr lvl="0"/>
            <a:r>
              <a:rPr b="1"/>
              <a:t>API Reference:</a:t>
            </a:r>
            <a:r>
              <a:rPr/>
              <a:t> Comprehensive endpoint documentation</a:t>
            </a:r>
          </a:p>
          <a:p>
            <a:pPr lvl="0"/>
            <a:r>
              <a:rPr b="1"/>
              <a:t>Research Papers:</a:t>
            </a:r>
            <a:r>
              <a:rPr/>
              <a:t> Quantum algorithm implementations</a:t>
            </a:r>
          </a:p>
          <a:p>
            <a:pPr lvl="0" indent="0" marL="0">
              <a:buNone/>
            </a:pPr>
            <a:r>
              <a:rPr b="1"/>
              <a:t>Ready to Demonstrate America’s Quantum Leadership</a:t>
            </a:r>
            <a:br/>
            <a:r>
              <a:rPr i="1"/>
              <a:t>Professional quantum computing platform available for immediate evaluation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2025-09-21T17:18:13Z</dcterms:created>
  <dcterms:modified xsi:type="dcterms:W3CDTF">2025-09-21T17:18:13Z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